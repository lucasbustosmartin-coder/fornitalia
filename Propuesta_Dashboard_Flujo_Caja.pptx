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(filtro Período, gráfico G/P Mensual, tabla con meses en columnas, 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191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2026-10-12T12:26:04Z</dcterms:created>
  <dcterms:modified xsi:type="dcterms:W3CDTF">2026-10-12T12:26:04Z</dcterms:modified>
</cp:coreProperties>
</file>