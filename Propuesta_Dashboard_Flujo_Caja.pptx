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9144000" cy="6858000"/>
  <p:notesSz cx="68580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21792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60120" cy="685800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233172" y="182880"/>
            <a:ext cx="493776" cy="49377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D2137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251460" y="201168"/>
            <a:ext cx="457200" cy="4572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960120" y="2423160"/>
            <a:ext cx="81838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Propuesta de trabajo</a:t>
            </a:r>
            <a:endParaRPr lang="en-US" sz="3200" dirty="0"/>
          </a:p>
        </p:txBody>
      </p:sp>
      <p:sp>
        <p:nvSpPr>
          <p:cNvPr id="7" name="Text 4"/>
          <p:cNvSpPr/>
          <p:nvPr/>
        </p:nvSpPr>
        <p:spPr>
          <a:xfrm>
            <a:off x="960120" y="3154680"/>
            <a:ext cx="8183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 de Flujo de Caja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960120" y="3794760"/>
            <a:ext cx="8183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Visualización, proyección y control de caja en una sola aplicación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457200" y="63779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2026 Developed by L&amp;P Financial Consulting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43484" y="123444"/>
            <a:ext cx="438912" cy="43891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D2137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57200" y="137160"/>
            <a:ext cx="411480" cy="4114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0" y="621792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57200" y="63779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2026 Developed by L&amp;P Financial Consulting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960120" y="1143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 de la propuesta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457200" y="12344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Desarrollar un tablero de flujo de caja que permita: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1691640"/>
            <a:ext cx="78638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Visualizar ingresos, egresos y resultado (G/P) por mes en ARS o USD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640080" y="2377440"/>
            <a:ext cx="78638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Analizar por categoría y por cuenta contable con detalle de transacciones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640080" y="3063240"/>
            <a:ext cx="78638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Detectar inconsistencias y potenciales duplicados para corregir datos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640080" y="3749040"/>
            <a:ext cx="78638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Proyectar los próximos meses a partir de la historia de ingresos y egresos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640080" y="4434840"/>
            <a:ext cx="78638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Exportar datos a Excel y operar con un único punto de verdad en la nube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43484" y="123444"/>
            <a:ext cx="438912" cy="43891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D2137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57200" y="137160"/>
            <a:ext cx="411480" cy="4114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0" y="621792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57200" y="63779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2026 Developed by L&amp;P Financial Consulting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960120" y="1143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Alcance — Entregables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457200" y="109728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Incluye los siguientes módulos y resultados: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457200" y="1463040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Normalización de datos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3657600" y="1463040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Relevamiento, limpieza y normalización de datos históricos de caja (campos de moneda, categorías, cuentas cont…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457200" y="1938528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Dashboard flujo de caja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3657600" y="1938528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Diseño y desarrollo del dashboard mensual (Flujo por mes, Resumen, alertas, modal By Categoría / By Cuenta, gr…</a:t>
            </a:r>
            <a:endParaRPr lang="en-US" sz="900" dirty="0"/>
          </a:p>
        </p:txBody>
      </p:sp>
      <p:sp>
        <p:nvSpPr>
          <p:cNvPr id="13" name="Text 10"/>
          <p:cNvSpPr/>
          <p:nvPr/>
        </p:nvSpPr>
        <p:spPr>
          <a:xfrm>
            <a:off x="457200" y="2414016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Detección de duplicados y gestión de errores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3657600" y="2414016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Trabajo histórico ya entregado: solapa Errores, inconsistencia categoría/cuenta/descripción y potencial duplic…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457200" y="2889504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Evolución (tabla dinámica)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3657600" y="2889504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Solapa Evolución: tabla dinámica con filas por Categoría o Cuenta contable y columnas por Período (Diario o Me…</a:t>
            </a:r>
            <a:endParaRPr lang="en-US" sz="900" dirty="0"/>
          </a:p>
        </p:txBody>
      </p:sp>
      <p:sp>
        <p:nvSpPr>
          <p:cNvPr id="17" name="Text 14"/>
          <p:cNvSpPr/>
          <p:nvPr/>
        </p:nvSpPr>
        <p:spPr>
          <a:xfrm>
            <a:off x="457200" y="3364992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Interés por caución</a:t>
            </a:r>
            <a:endParaRPr lang="en-US" sz="1100" dirty="0"/>
          </a:p>
        </p:txBody>
      </p:sp>
      <p:sp>
        <p:nvSpPr>
          <p:cNvPr id="18" name="Text 15"/>
          <p:cNvSpPr/>
          <p:nvPr/>
        </p:nvSpPr>
        <p:spPr>
          <a:xfrm>
            <a:off x="3657600" y="3364992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Trabajo histórico ya entregado: columna Caución, serie de tasas y modal de marcha. Retirado de la app; las hor…</a:t>
            </a:r>
            <a:endParaRPr lang="en-US" sz="900" dirty="0"/>
          </a:p>
        </p:txBody>
      </p:sp>
      <p:sp>
        <p:nvSpPr>
          <p:cNvPr id="19" name="Text 16"/>
          <p:cNvSpPr/>
          <p:nvPr/>
        </p:nvSpPr>
        <p:spPr>
          <a:xfrm>
            <a:off x="457200" y="3840480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Proyección de flujo (próximos 3 meses)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3657600" y="3840480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Proyección de ingresos, egresos, G/P y ratios para los próximos 3 meses con configuración (mediana/promedio, m…</a:t>
            </a:r>
            <a:endParaRPr lang="en-US" sz="900" dirty="0"/>
          </a:p>
        </p:txBody>
      </p:sp>
      <p:sp>
        <p:nvSpPr>
          <p:cNvPr id="21" name="Text 18"/>
          <p:cNvSpPr/>
          <p:nvPr/>
        </p:nvSpPr>
        <p:spPr>
          <a:xfrm>
            <a:off x="457200" y="4315968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Listado y edición completa de transacciones</a:t>
            </a:r>
            <a:endParaRPr lang="en-US" sz="1100" dirty="0"/>
          </a:p>
        </p:txBody>
      </p:sp>
      <p:sp>
        <p:nvSpPr>
          <p:cNvPr id="22" name="Text 19"/>
          <p:cNvSpPr/>
          <p:nvPr/>
        </p:nvSpPr>
        <p:spPr>
          <a:xfrm>
            <a:off x="3657600" y="4315968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Solapa Todas las transacciones con listado completo, filtros por mes y categoría, buscador por id operación o …</a:t>
            </a:r>
            <a:endParaRPr lang="en-US" sz="900" dirty="0"/>
          </a:p>
        </p:txBody>
      </p:sp>
      <p:sp>
        <p:nvSpPr>
          <p:cNvPr id="23" name="Text 20"/>
          <p:cNvSpPr/>
          <p:nvPr/>
        </p:nvSpPr>
        <p:spPr>
          <a:xfrm>
            <a:off x="457200" y="4791456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Bitácora y documentación</a:t>
            </a:r>
            <a:endParaRPr lang="en-US" sz="1100" dirty="0"/>
          </a:p>
        </p:txBody>
      </p:sp>
      <p:sp>
        <p:nvSpPr>
          <p:cNvPr id="24" name="Text 21"/>
          <p:cNvSpPr/>
          <p:nvPr/>
        </p:nvSpPr>
        <p:spPr>
          <a:xfrm>
            <a:off x="3657600" y="4791456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Implementación de la bitácora en Excel (Log, Resumen, Versiones, Ref Git y Vercel, Presupuesto) y documentació…</a:t>
            </a:r>
            <a:endParaRPr lang="en-US" sz="900" dirty="0"/>
          </a:p>
        </p:txBody>
      </p:sp>
      <p:sp>
        <p:nvSpPr>
          <p:cNvPr id="25" name="Text 22"/>
          <p:cNvSpPr/>
          <p:nvPr/>
        </p:nvSpPr>
        <p:spPr>
          <a:xfrm>
            <a:off x="457200" y="5266944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Integración y despliegue</a:t>
            </a:r>
            <a:endParaRPr lang="en-US" sz="1100" dirty="0"/>
          </a:p>
        </p:txBody>
      </p:sp>
      <p:sp>
        <p:nvSpPr>
          <p:cNvPr id="26" name="Text 23"/>
          <p:cNvSpPr/>
          <p:nvPr/>
        </p:nvSpPr>
        <p:spPr>
          <a:xfrm>
            <a:off x="3657600" y="5266944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Configuración de repositorio Git/GitHub, flujo de despliegue a Vercel y ajustes de configuración (vercel.json,…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43484" y="123444"/>
            <a:ext cx="438912" cy="43891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D2137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57200" y="137160"/>
            <a:ext cx="411480" cy="4114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0" y="621792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57200" y="63779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2026 Developed by L&amp;P Financial Consulting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960120" y="1143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Funcionalidades destacadas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640080" y="1234440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Flujo por mes con ingresos, egresos, G/P y ratios (alimentado por tesorería)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40080" y="1764792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Alertas configurables: mes sin egresos, sin Sueldos/Comisiones/Alquileres/Impuestos, desvío % por categoría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640080" y="2295144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Modal de detalle por mes: por Categoría y por Cuenta contable; gráfico de serie mensual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640080" y="2825496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Solapa Errores: detección de inconsistencias y duplicados; edición desde el mismo tablero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640080" y="3355848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Solapa Evolución: tabla dinámica por categoría o cuenta y período diario o mensual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640080" y="3886200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Proyección de los próximos meses con método configurable (mediana/promedio, ventana rodante)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640080" y="4416552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Exportación a Excel de transacciones, errores y evolución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640080" y="4946904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Configuración por usuario (proyección y alertas) guardada en la nube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43484" y="123444"/>
            <a:ext cx="438912" cy="43891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D2137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57200" y="137160"/>
            <a:ext cx="411480" cy="4114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0" y="621792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57200" y="63779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2026 Developed by L&amp;P Financial Consulting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960120" y="1143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Presupuesto estimado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457200" y="105156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Horas hombre e importes en USD según bitácora.</a:t>
            </a:r>
            <a:endParaRPr lang="en-US" sz="10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417320"/>
          <a:ext cx="8229600" cy="914400"/>
        </p:xfrm>
        <a:graphic>
          <a:graphicData uri="http://schemas.openxmlformats.org/drawingml/2006/table">
            <a:tbl>
              <a:tblPr/>
              <a:tblGrid>
                <a:gridCol w="6217920"/>
                <a:gridCol w="1097280"/>
                <a:gridCol w="91440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Entregable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213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Horas hombre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213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Importe (USD)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213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Normalización de datos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Dashboard flujo de caja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Detección de duplicados y gestión de errores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Evolución (tabla dinámica)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Interés por caución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Proyección de flujo (próximos 3 meses)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Listado y edición completa de transacciones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Bitácora y documentación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Integración y despliegue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Seguridad y roles (dashboard)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Mantenimiento y soporte inicial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Gestión de Proyectos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Conciliación Bancaria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Saldos extractos bancarios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Cajas (físicas)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Impuestos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Matriz EF y Flujo desde tesorería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Aviso de nueva versión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Text 6"/>
          <p:cNvSpPr/>
          <p:nvPr/>
        </p:nvSpPr>
        <p:spPr>
          <a:xfrm>
            <a:off x="4572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Total: 191 horas hombre · 5,500 USD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43484" y="123444"/>
            <a:ext cx="438912" cy="43891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D2137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57200" y="137160"/>
            <a:ext cx="411480" cy="4114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0" y="621792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57200" y="63779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2026 Developed by L&amp;P Financial Consulting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960120" y="1143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Próximos pasos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640080" y="1371600"/>
            <a:ext cx="7863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Definición de alcance y prioridades según su necesidad.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1920240"/>
            <a:ext cx="7863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Ajuste de presupuesto y plazos en función del alcance acordado.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640080" y="2468880"/>
            <a:ext cx="7863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Desarrollo por fases con entregas parciales y revisión continua.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457200" y="34747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Gracias por su confianza.</a:t>
            </a:r>
            <a:endParaRPr lang="en-US" sz="1800" dirty="0"/>
          </a:p>
        </p:txBody>
      </p:sp>
      <p:sp>
        <p:nvSpPr>
          <p:cNvPr id="12" name="Text 9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L&amp;P Financial Consulting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Propuesta de trabajo — Dashboard Flujo de Caja</dc:title>
  <dc:subject>PptxGenJS Presentation</dc:subject>
  <dc:creator>L&amp;P Financial Consulting</dc:creator>
  <cp:lastModifiedBy>L&amp;P Financial Consulting</cp:lastModifiedBy>
  <cp:revision>1</cp:revision>
  <dcterms:created xsi:type="dcterms:W3CDTF">2026-09-26T19:00:59Z</dcterms:created>
  <dcterms:modified xsi:type="dcterms:W3CDTF">2026-09-26T19:00:59Z</dcterms:modified>
</cp:coreProperties>
</file>