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y el interés por caución sobre el sobrante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(Flujo por mes, Resumen, alertas, modal By Categoría / By Cuenta, gr…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potencial duplicado (fecha, monto, tipo, cliente, descripción similar), tipo de error (inconsiste…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 Int. por caución en flujo por mes: cálculo de interés mensual por reinversión del sobrante a un día co…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y modal de edición con todos…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G/P, ratios y columna de interés por caución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(proyección, caución,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73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2026-06-02T01:39:49Z</dcterms:created>
  <dcterms:modified xsi:type="dcterms:W3CDTF">2026-06-02T01:39:49Z</dcterms:modified>
</cp:coreProperties>
</file>