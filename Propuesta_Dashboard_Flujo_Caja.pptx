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0D2137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5" name="Image 0" descr="/Users/lucasb/Escritorio - MacBook Air de Lucas/Fornitalia/favico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0D2137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4" name="Image 0" descr="/Users/lucasb/Escritorio - MacBook Air de Lucas/Fornitalia/favico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0D2137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4" name="Image 0" descr="/Users/lucasb/Escritorio - MacBook Air de Lucas/Fornitalia/favico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0D2137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4" name="Image 0" descr="/Users/lucasb/Escritorio - MacBook Air de Lucas/Fornitalia/favico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0D2137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4" name="Image 0" descr="/Users/lucasb/Escritorio - MacBook Air de Lucas/Fornitalia/favico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55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0D2137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4" name="Image 0" descr="/Users/lucasb/Escritorio - MacBook Air de Lucas/Fornitalia/favico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2026-03-02T14:42:24Z</dcterms:created>
  <dcterms:modified xsi:type="dcterms:W3CDTF">2026-03-02T14:42:24Z</dcterms:modified>
</cp:coreProperties>
</file>