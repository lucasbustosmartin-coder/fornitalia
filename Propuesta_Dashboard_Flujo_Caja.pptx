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" y="182880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460" y="2011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423160"/>
            <a:ext cx="8183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60120" y="3154680"/>
            <a:ext cx="8183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Flujo de Caja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Visualización, proyección y control de caja en una sola aplicación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3779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3779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propuesta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tablero de flujo de caja que permita: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Visualizar ingresos, egresos y resultado (G/P) por mes en ARS o USD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Analizar por categoría y por cuenta contable con detalle de transacciones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Detectar inconsistencias y potenciales duplicados para corregir datos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Proyectar los próximos meses a partir de la historia de ingresos y egresos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Exportar datos a Excel y operar con un único punto de verdad en la nube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3779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— Entregables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los siguientes módulos y resultados: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Normalización de datos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0" y="1463040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Relevamiento, limpieza y normalización de datos históricos de caja (campos de moneda, categorías, cuentas cont…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9385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Dashboard flujo de caja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1938528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del dashboard mensual (filtro Período, gráfico G/P Mensual, tabla con meses en columnas, R…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4140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Detección de duplicados y gestión de errores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0" y="2414016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histórico ya entregado: solapa Errores, inconsistencia categoría/cuenta/descripción y potencial duplic…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28895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Evolución (tabla dinámica)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0" y="2889504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 Evolución: tabla dinámica con filas por Categoría o Cuenta contable y columnas por Período (Diario o Me…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3649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Interés por caución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0" y="3364992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histórico ya entregado: columna Caución, serie de tasas y modal de marcha. Retirado de la app; las hor…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Proyección de flujo (próximos 3 meses)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0" y="3840480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ingresos, egresos, G/P y ratios para los próximos 3 meses con configuración (mediana/promedio, m…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31596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Listado y edición completa de transacciones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0" y="4315968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 Todas las transacciones con listado completo, filtros por mes y categoría, buscador por id operación o …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79145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Bitácora y documentación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0" y="4791456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la bitácora en Excel (Log, Resumen, Versiones, Ref Git y Vercel, Presupuesto) y documentació…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526694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Integración y despliegue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0" y="5266944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repositorio Git/GitHub, flujo de despliegue a Vercel y ajustes de configuración (vercel.json,…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3779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destacadas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Flujo por mes con ingresos, egresos, G/P y ratios (alimentado por tesorería)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647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Alertas configurables: mes sin egresos, sin Sueldos/Comisiones/Alquileres/Impuestos, desvío % por categoría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2951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Modal de detalle por mes: por Categoría y por Cuenta contable; gráfico de serie mensual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82549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Solapa Errores: detección de inconsistencias y duplicados; edición desde el mismo tablero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3558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Solapa Evolución: tabla dinámica por categoría o cuenta y período diario o mensual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Proyección de los próximos meses con método configurable (mediana/promedio, ventana rodante)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4165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a Excel de transacciones, errores y evolución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94690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Configuración por usuario (proyección y alertas) guardada en la nube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3779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estimado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hombre e importes en USD según bitácora.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hombre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 (USD)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flujo de caja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duplicados y gestión de errores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Evolución (tabla dinámica)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Interés por caución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Proyección de flujo (próximos 3 meses)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Listado y edición completa de transacciones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Bitácora y documentación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y despliegue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y roles (dashboard)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 y soporte inicial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Proyectos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Conciliación Bancaria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Saldos extractos bancarios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Cajas (físicas)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Impuestos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EF y Flujo desde tesorería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 de nueva versión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de pagos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215 horas hombre · 5,500 USD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3779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Definición de alcance y prioridades según su necesidad.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Ajuste de presupuesto y plazos en función del alcance acordado.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Desarrollo por fases con entregas parciales y revisión continua.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confianza.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L&amp;P Financial Consulting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 — Dashboard Flujo de Caja</dc:title>
  <dc:subject>PptxGenJS Presentation</dc:subject>
  <dc:creator>L&amp;P Financial Consulting</dc:creator>
  <cp:lastModifiedBy>L&amp;P Financial Consulting</cp:lastModifiedBy>
  <cp:revision>1</cp:revision>
  <dcterms:created xsi:type="dcterms:W3CDTF">2026-10-25T12:14:40Z</dcterms:created>
  <dcterms:modified xsi:type="dcterms:W3CDTF">2026-10-25T12:14:40Z</dcterms:modified>
</cp:coreProperties>
</file>