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a partir de la historia de ingresos y egresos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(filtro Período, gráfico G/P Mensual, tabla con meses en columnas, 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solapa Errores, inconsistencia categoría/cuenta/descripción y potencial duplic…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columna Caución, serie de tasas y modal de marcha. Retirado de la app; las hor…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buscador por id operación o 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 y ratios (alimentado por tesorería)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 y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Cajas (físicas)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Impuestos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EF y Flujo desde tesorería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Aviso de nueva versión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191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2026-09-28T11:09:35Z</dcterms:created>
  <dcterms:modified xsi:type="dcterms:W3CDTF">2026-09-28T11:09:35Z</dcterms:modified>
</cp:coreProperties>
</file>