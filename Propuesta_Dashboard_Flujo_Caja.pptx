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3172" y="182880"/>
            <a:ext cx="493776" cy="49377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51460" y="201168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60120" y="2423160"/>
            <a:ext cx="8183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Propuesta de trabajo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960120" y="3154680"/>
            <a:ext cx="8183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de Flujo de Caja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960120" y="3794760"/>
            <a:ext cx="8183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Visualización, proyección y control de caja en una sola aplicación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de la propuesta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234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Desarrollar un tablero de flujo de caja que permita: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6916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Visualizar ingresos, egresos y resultado (G/P) por mes en ARS o USD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40080" y="23774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Analizar por categoría y por cuenta contable con detalle de transacciones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30632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Detectar inconsistencias y potenciales duplicados para corregir datos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40080" y="37490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Proyectar los próximos meses y el interés por caución sobre el sobrante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40080" y="44348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Exportar datos a Excel y operar con un único punto de verdad en la nube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 — Entregables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972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Incluye los siguientes módulos y resultados: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146304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Normalización de datos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3657600" y="146304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Relevamiento, limpieza y normalización de datos históricos de caja (campos de moneda, categorías, cuentas cont…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" y="193852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Dashboard flujo de caja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3657600" y="193852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y desarrollo del dashboard mensual (Flujo por mes, Resumen, alertas, modal By Categoría / By Cuenta, gr…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57200" y="241401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Detección de duplicados y gestión de errores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3657600" y="241401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potencial duplicado (fecha, monto, tipo, cliente, descripción similar), tipo de error (inconsiste…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" y="288950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Evolución (tabla dinámica)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3657600" y="288950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Evolución: tabla dinámica con filas por Categoría o Cuenta contable y columnas por Período (Diario o Me…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457200" y="3364992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Interés por caución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3657600" y="3364992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Columna Int. por caución en flujo por mes: cálculo de interés mensual por reinversión del sobrante a un día co…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457200" y="384048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flujo (próximos 3 meses)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3657600" y="384048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Proyección de ingresos, egresos, G/P y ratios para los próximos 3 meses con configuración (mediana/promedio, m…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457200" y="431596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Listado y edición completa de transacciones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3657600" y="431596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Todas las transacciones con listado completo, filtros por mes y categoría, y modal de edición con todos…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457200" y="479145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Bitácora y documentación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3657600" y="479145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Implementación de la bitácora en Excel (Log, Resumen, Versiones, Ref Git y Vercel, Presupuesto) y documentació…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457200" y="526694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Integración y despliegue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3657600" y="526694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Configuración de repositorio Git/GitHub, flujo de despliegue a Vercel y ajustes de configuración (vercel.json,…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Funcionalidades destacadas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23444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Flujo por mes con ingresos, egresos, G/P, ratios y columna de interés por caución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40080" y="176479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Alertas configurables: mes sin egresos, sin Sueldos/Comisiones/Alquileres/Impuestos, desvío % por categoría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40080" y="229514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Modal de detalle por mes: por Categoría y por Cuenta contable; gráfico de serie mensual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2825496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Errores: detección de inconsistencias y duplicados; edición desde el mismo tablero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3355848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Evolución: tabla dinámica por categoría o cuenta y período diario o mensual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388620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los próximos meses con método configurable (mediana/promedio, ventana rodante)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441655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Exportación a Excel de transacciones, errores y evolución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494690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Configuración por usuario (proyección, caución, alertas) guardada en la nube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Presupuesto estimado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Horas hombre e importes en USD según bitácora.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6217920"/>
                <a:gridCol w="1097280"/>
                <a:gridCol w="9144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Entregable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Horas hombre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Importe (USD)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Normalización de datos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Dashboard flujo de caja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Detección de duplicados y gestión de errores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Evolución (tabla dinámica)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Interés por caución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Proyección de flujo (próximos 3 meses)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Listado y edición completa de transacciones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Bitácora y documentación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Integración y despliegue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Seguridad y roles (dashboard)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Mantenimiento y soporte inicial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Gestión de Proyectos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Conciliación Bancaria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Saldos extractos bancarios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4572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149 horas hombre · 5,500 USD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37160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Definición de alcance y prioridades según su necesidad.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92024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Ajuste de presupuesto y plazos en función del alcance acordado.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40080" y="246888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Desarrollo por fases con entregas parciales y revisión continua.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57200" y="3474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 por su confianza.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L&amp;P Financial Consulting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Propuesta de trabajo — Dashboard Flujo de Caja</dc:title>
  <dc:subject>PptxGenJS Presentation</dc:subject>
  <dc:creator>L&amp;P Financial Consulting</dc:creator>
  <cp:lastModifiedBy>L&amp;P Financial Consulting</cp:lastModifiedBy>
  <cp:revision>1</cp:revision>
  <dcterms:created xsi:type="dcterms:W3CDTF">2026-09-10T12:35:52Z</dcterms:created>
  <dcterms:modified xsi:type="dcterms:W3CDTF">2026-09-10T12:35:52Z</dcterms:modified>
</cp:coreProperties>
</file>